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3717925"/>
            <a:ext cx="8207375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4940300"/>
            <a:ext cx="8212138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8630" y="3068320"/>
            <a:ext cx="8211185" cy="1878965"/>
          </a:xfrm>
        </p:spPr>
        <p:txBody>
          <a:bodyPr/>
          <a:lstStyle/>
          <a:p>
            <a:r>
              <a:rPr>
                <a:sym typeface="+mn-ea"/>
              </a:rPr>
              <a:t>Advanced Intrusion Detection &amp; Web Protection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r>
              <a:rPr lang="en-US"/>
              <a:t>Name: </a:t>
            </a:r>
            <a:r>
              <a:t>Sakshi Maruti Nalawade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IDS and WAF concepts</a:t>
            </a:r>
          </a:p>
          <a:p>
            <a:r>
              <a:t>Analyze malicious web traffic</a:t>
            </a:r>
          </a:p>
          <a:p>
            <a:r>
              <a:t>Generate alerts and logs</a:t>
            </a:r>
          </a:p>
          <a:p>
            <a:r>
              <a:t>Gain hands-on cybersecurity experience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Python3</a:t>
            </a:r>
          </a:p>
          <a:p>
            <a:r>
              <a:t>Kali Linux</a:t>
            </a:r>
          </a:p>
          <a:p>
            <a:r>
              <a:t>ModSecurity</a:t>
            </a:r>
          </a:p>
          <a:p>
            <a:r>
              <a:t>OWASP CRS</a:t>
            </a:r>
          </a:p>
          <a:p>
            <a:r>
              <a:t>DVWA</a:t>
            </a:r>
          </a:p>
          <a:p>
            <a:r>
              <a:t>OpenVAS / Greenbone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 Request Monitoring</a:t>
            </a:r>
          </a:p>
          <a:p>
            <a:r>
              <a:t>Traffic Inspection</a:t>
            </a:r>
          </a:p>
          <a:p>
            <a:r>
              <a:t>Attack Detection</a:t>
            </a:r>
          </a:p>
          <a:p>
            <a:r>
              <a:t>Security Logging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ModSecurity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ModSecurity package</a:t>
            </a:r>
          </a:p>
          <a:p>
            <a:r>
              <a:t>Enable Apache headers module</a:t>
            </a:r>
          </a:p>
          <a:p>
            <a:r>
              <a:t>Configure security rules</a:t>
            </a:r>
          </a:p>
          <a:p>
            <a:r>
              <a:t>Restart Apache service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OWASP CRS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Clone Core Rule Set repository</a:t>
            </a:r>
          </a:p>
          <a:p>
            <a:r>
              <a:t>Enable attack detection rules</a:t>
            </a:r>
          </a:p>
          <a:p>
            <a:r>
              <a:t>Protect against SQLi &amp; XSS</a:t>
            </a:r>
          </a:p>
          <a:p>
            <a:r>
              <a:t>Reduce false positives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DVWA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Clone DVWA repository</a:t>
            </a:r>
          </a:p>
          <a:p>
            <a:r>
              <a:t>Configure database settings</a:t>
            </a:r>
          </a:p>
          <a:p>
            <a:r>
              <a:t>Setup Apache &amp; PHP</a:t>
            </a:r>
          </a:p>
          <a:p>
            <a:r>
              <a:t>Launch vulnerable lab environment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Injection testing</a:t>
            </a:r>
          </a:p>
          <a:p>
            <a:r>
              <a:t>Command Injection testing</a:t>
            </a:r>
          </a:p>
          <a:p>
            <a:r>
              <a:t>HTTP request analysis</a:t>
            </a:r>
          </a:p>
          <a:p>
            <a:r>
              <a:t>Traffic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OpenVAS Vulnerability Scanning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GVM/OpenVAS</a:t>
            </a:r>
          </a:p>
          <a:p>
            <a:r>
              <a:t>Perform vulnerability scans</a:t>
            </a:r>
          </a:p>
          <a:p>
            <a:r>
              <a:t>Risk scoring &amp; CVE detection</a:t>
            </a:r>
          </a:p>
          <a:p>
            <a:r>
              <a:t>Generate assessment reports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Detected malicious requests</a:t>
            </a:r>
          </a:p>
          <a:p>
            <a:r>
              <a:t>Generated security alerts</a:t>
            </a:r>
          </a:p>
          <a:p>
            <a:r>
              <a:t>Blocked suspicious traffic</a:t>
            </a:r>
          </a:p>
          <a:p>
            <a:r>
              <a:t>Logged attack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IDS/WAF working principles</a:t>
            </a:r>
          </a:p>
          <a:p>
            <a:r>
              <a:t>Web attack detection</a:t>
            </a:r>
          </a:p>
          <a:p>
            <a:r>
              <a:t>Security monitoring</a:t>
            </a:r>
          </a:p>
          <a:p>
            <a:r>
              <a:t>Practical cybersecurity skills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1254</Words>
  <Application>WPS Presentation</Application>
  <PresentationFormat>On-screen Show (4:3)</PresentationFormat>
  <Paragraphs>80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Green Color</vt:lpstr>
      <vt:lpstr>SentinelShield</vt:lpstr>
      <vt:lpstr>Project Objectives</vt:lpstr>
      <vt:lpstr>Tools &amp; Technologies</vt:lpstr>
      <vt:lpstr>System Architecture</vt:lpstr>
      <vt:lpstr>ModSecurity Setup</vt:lpstr>
      <vt:lpstr>OWASP CRS Integration</vt:lpstr>
      <vt:lpstr>DVWA Configuration</vt:lpstr>
      <vt:lpstr>Attack Simulation</vt:lpstr>
      <vt:lpstr>OpenVAS Vulnerability Scanning</vt:lpstr>
      <vt:lpstr>Results &amp; Observations</vt:lpstr>
      <vt:lpstr>Learning Outcomes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Sakshi Nalawade</cp:lastModifiedBy>
  <cp:revision>2</cp:revision>
  <dcterms:created xsi:type="dcterms:W3CDTF">2013-01-27T09:14:00Z</dcterms:created>
  <dcterms:modified xsi:type="dcterms:W3CDTF">2026-05-28T10:27:55Z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DB428A4ABF424892ABA81C5A32AE7B41_12</vt:lpwstr>
  </property>
  <property fmtid="{D5CDD505-2E9C-101B-9397-08002B2CF9AE}" pid="3" name="KSOProductBuildVer">
    <vt:lpwstr>2057-12.2.0.23202</vt:lpwstr>
  </property>
</Properties>
</file>